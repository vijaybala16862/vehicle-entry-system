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Vehicle Entry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Govindavasan R &amp; Yamuna B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 Stack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b="1" dirty="0"/>
              <a:t>Frontend:</a:t>
            </a:r>
          </a:p>
          <a:p>
            <a:r>
              <a:rPr dirty="0"/>
              <a:t>Angular 17</a:t>
            </a:r>
          </a:p>
          <a:p>
            <a:r>
              <a:rPr dirty="0"/>
              <a:t>TypeScript</a:t>
            </a:r>
          </a:p>
          <a:p>
            <a:r>
              <a:rPr dirty="0"/>
              <a:t>HTML, SCSS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b="1" dirty="0"/>
              <a:t>Backend:</a:t>
            </a:r>
          </a:p>
          <a:p>
            <a:r>
              <a:rPr dirty="0"/>
              <a:t>Spring Boot 3.5</a:t>
            </a:r>
          </a:p>
          <a:p>
            <a:r>
              <a:rPr dirty="0"/>
              <a:t>Java 21</a:t>
            </a:r>
          </a:p>
          <a:p>
            <a:r>
              <a:rPr dirty="0"/>
              <a:t>JDBC + MySQL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Tools Used:</a:t>
            </a:r>
          </a:p>
          <a:p>
            <a:r>
              <a:rPr dirty="0"/>
              <a:t>IntelliJ IDEA</a:t>
            </a:r>
          </a:p>
          <a:p>
            <a:r>
              <a:rPr dirty="0"/>
              <a:t>VS Code</a:t>
            </a:r>
            <a:endParaRPr lang="en-IN" dirty="0"/>
          </a:p>
          <a:p>
            <a:r>
              <a:rPr lang="en-IN" dirty="0"/>
              <a:t>MySQL Workbench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Add Vehicle</a:t>
            </a:r>
          </a:p>
          <a:p>
            <a:r>
              <a:rPr dirty="0"/>
              <a:t> Delete Vehicle</a:t>
            </a:r>
          </a:p>
          <a:p>
            <a:r>
              <a:rPr dirty="0"/>
              <a:t> Display All Vehicles</a:t>
            </a:r>
          </a:p>
          <a:p>
            <a:r>
              <a:rPr dirty="0"/>
              <a:t> Stores Data in MySQL Database</a:t>
            </a:r>
          </a:p>
          <a:p>
            <a:r>
              <a:rPr dirty="0"/>
              <a:t> Card Layout UI Design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Flow (Angular)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Home Page → Vehicles Page → Add Form</a:t>
            </a:r>
          </a:p>
          <a:p>
            <a:r>
              <a:rPr dirty="0"/>
              <a:t>HTTP calls using </a:t>
            </a:r>
            <a:r>
              <a:rPr dirty="0" err="1"/>
              <a:t>HttpClient</a:t>
            </a:r>
            <a:endParaRPr dirty="0"/>
          </a:p>
          <a:p>
            <a:r>
              <a:rPr lang="en-IN" dirty="0"/>
              <a:t>Component-based</a:t>
            </a:r>
            <a:r>
              <a:rPr dirty="0"/>
              <a:t> UI</a:t>
            </a:r>
          </a:p>
          <a:p>
            <a:r>
              <a:rPr dirty="0"/>
              <a:t>SCSS for custom styling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Flow (Spring Boot)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REST API using @RestController</a:t>
            </a:r>
          </a:p>
          <a:p>
            <a:r>
              <a:rPr dirty="0"/>
              <a:t>Add / Get / Delete Endpoints</a:t>
            </a:r>
          </a:p>
          <a:p>
            <a:r>
              <a:rPr dirty="0"/>
              <a:t>JDBC Template for SQL Queries</a:t>
            </a:r>
          </a:p>
          <a:p>
            <a:r>
              <a:rPr dirty="0"/>
              <a:t>MySQL Database Integration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Table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Table: vehicle</a:t>
            </a:r>
          </a:p>
          <a:p>
            <a:pPr marL="0" indent="0">
              <a:buNone/>
            </a:pPr>
            <a:r>
              <a:rPr lang="en-IN" dirty="0"/>
              <a:t>     </a:t>
            </a:r>
            <a:r>
              <a:rPr dirty="0"/>
              <a:t>id (Auto Increment)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brand (VARCHAR)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model (VARCHAR)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price (DECIMAL)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Working </a:t>
            </a:r>
            <a:r>
              <a:rPr dirty="0" err="1"/>
              <a:t>fullstack</a:t>
            </a:r>
            <a:r>
              <a:rPr dirty="0"/>
              <a:t> CRUD application</a:t>
            </a:r>
          </a:p>
          <a:p>
            <a:r>
              <a:rPr dirty="0"/>
              <a:t> UI: Angular + SCSS</a:t>
            </a:r>
          </a:p>
          <a:p>
            <a:r>
              <a:rPr dirty="0"/>
              <a:t> Backend: Spring Boot</a:t>
            </a:r>
          </a:p>
          <a:p>
            <a:r>
              <a:rPr dirty="0"/>
              <a:t> DB: MySQL</a:t>
            </a:r>
          </a:p>
          <a:p>
            <a:r>
              <a:rPr dirty="0"/>
              <a:t> Clean Card Layout UI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162</Words>
  <Application>Microsoft Office PowerPoint</Application>
  <PresentationFormat>On-screen Show (4:3)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Vehicle Entry System</vt:lpstr>
      <vt:lpstr>Tech Stack Used</vt:lpstr>
      <vt:lpstr>Application Features</vt:lpstr>
      <vt:lpstr>Frontend Flow (Angular)</vt:lpstr>
      <vt:lpstr>Backend Flow (Spring Boot)</vt:lpstr>
      <vt:lpstr>Database Table Structure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Entry System</dc:title>
  <dc:subject/>
  <dc:creator/>
  <cp:keywords/>
  <dc:description>generated using python-pptx</dc:description>
  <cp:lastModifiedBy>Govindavasan R</cp:lastModifiedBy>
  <cp:revision>5</cp:revision>
  <dcterms:created xsi:type="dcterms:W3CDTF">2013-01-27T09:14:16Z</dcterms:created>
  <dcterms:modified xsi:type="dcterms:W3CDTF">2025-11-23T14:59:05Z</dcterms:modified>
  <cp:category/>
</cp:coreProperties>
</file>